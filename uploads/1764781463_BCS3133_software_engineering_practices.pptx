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7"/>
  </p:notesMasterIdLst>
  <p:sldIdLst>
    <p:sldId id="278" r:id="rId2"/>
    <p:sldId id="280" r:id="rId3"/>
    <p:sldId id="294" r:id="rId4"/>
    <p:sldId id="281" r:id="rId5"/>
    <p:sldId id="293" r:id="rId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3092" y="1255776"/>
            <a:ext cx="5385816" cy="1225296"/>
          </a:xfrm>
        </p:spPr>
        <p:txBody>
          <a:bodyPr/>
          <a:lstStyle/>
          <a:p>
            <a:r>
              <a:rPr lang="en-US" dirty="0"/>
              <a:t>BCS3133 software engineering practices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1576" y="4489704"/>
            <a:ext cx="3493008" cy="878908"/>
          </a:xfrm>
        </p:spPr>
        <p:txBody>
          <a:bodyPr/>
          <a:lstStyle/>
          <a:p>
            <a:r>
              <a:rPr lang="en-US" dirty="0"/>
              <a:t>M.ZULFAHMI TOH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808" y="1593088"/>
            <a:ext cx="6766560" cy="768096"/>
          </a:xfrm>
        </p:spPr>
        <p:txBody>
          <a:bodyPr/>
          <a:lstStyle/>
          <a:p>
            <a:r>
              <a:rPr lang="en-US" dirty="0"/>
              <a:t>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</a:rPr>
              <a:t>The course aims to prepare software engineering students to work in a small team on a small </a:t>
            </a:r>
            <a:r>
              <a:rPr lang="en-US" sz="2400" b="0" i="0" u="none" strike="noStrike" baseline="0">
                <a:latin typeface="Arial" panose="020B0604020202020204" pitchFamily="34" charset="0"/>
              </a:rPr>
              <a:t>project, and </a:t>
            </a:r>
            <a:r>
              <a:rPr lang="en-US" sz="2400" b="0" i="0" u="none" strike="noStrike" baseline="0" dirty="0">
                <a:latin typeface="Arial" panose="020B0604020202020204" pitchFamily="34" charset="0"/>
              </a:rPr>
              <a:t>to gain hands on software engineering practices through a capstone project.</a:t>
            </a:r>
            <a:endParaRPr lang="en-US" sz="240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808" y="1593088"/>
            <a:ext cx="6766560" cy="768096"/>
          </a:xfrm>
        </p:spPr>
        <p:txBody>
          <a:bodyPr/>
          <a:lstStyle/>
          <a:p>
            <a:r>
              <a:rPr lang="en-US" dirty="0"/>
              <a:t>Course learning out 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1" dirty="0">
                <a:latin typeface="+mj-lt"/>
              </a:rPr>
              <a:t>CLO1 </a:t>
            </a:r>
            <a:r>
              <a:rPr lang="en-US" sz="1800" b="1" i="0" u="none" strike="noStrike" baseline="0" dirty="0">
                <a:latin typeface="+mj-lt"/>
              </a:rPr>
              <a:t>Internalize the best practices for software engineering (from inception, design, implementation,</a:t>
            </a:r>
          </a:p>
          <a:p>
            <a:pPr algn="l"/>
            <a:r>
              <a:rPr lang="en-MY" sz="1800" b="1" i="0" u="none" strike="noStrike" baseline="0" dirty="0">
                <a:latin typeface="+mj-lt"/>
              </a:rPr>
              <a:t>testing, maintenance)</a:t>
            </a:r>
          </a:p>
          <a:p>
            <a:pPr algn="l"/>
            <a:endParaRPr lang="en-MY" sz="1800" b="1" dirty="0">
              <a:latin typeface="+mj-lt"/>
            </a:endParaRPr>
          </a:p>
          <a:p>
            <a:pPr algn="l"/>
            <a:r>
              <a:rPr lang="en-MY" sz="1800" b="1" dirty="0">
                <a:latin typeface="+mj-lt"/>
              </a:rPr>
              <a:t>CLO2 </a:t>
            </a:r>
            <a:r>
              <a:rPr lang="en-US" sz="1800" b="1" i="0" u="none" strike="noStrike" baseline="0" dirty="0">
                <a:latin typeface="+mj-lt"/>
              </a:rPr>
              <a:t>Formulate and justify software engineering solution for a particular problem</a:t>
            </a:r>
            <a:endParaRPr lang="en-MY" sz="1800" b="1" i="0" u="none" strike="noStrike" baseline="0" dirty="0">
              <a:latin typeface="+mj-lt"/>
            </a:endParaRPr>
          </a:p>
          <a:p>
            <a:pPr algn="l"/>
            <a:endParaRPr lang="en-MY" sz="1800" b="1" dirty="0">
              <a:latin typeface="+mj-lt"/>
            </a:endParaRPr>
          </a:p>
          <a:p>
            <a:pPr algn="l"/>
            <a:r>
              <a:rPr lang="en-MY" sz="1800" b="1" dirty="0">
                <a:latin typeface="+mj-lt"/>
              </a:rPr>
              <a:t>CLO3 </a:t>
            </a:r>
            <a:r>
              <a:rPr lang="en-US" sz="1800" b="1" i="0" u="none" strike="noStrike" baseline="0" dirty="0">
                <a:latin typeface="+mj-lt"/>
              </a:rPr>
              <a:t>Demonstrate critical thinking ideas to software design</a:t>
            </a:r>
            <a:endParaRPr lang="en-US" sz="1800" b="1" dirty="0">
              <a:latin typeface="+mj-lt"/>
            </a:endParaRPr>
          </a:p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6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080" y="1094232"/>
            <a:ext cx="6400800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2448560"/>
            <a:ext cx="6400800" cy="2781808"/>
          </a:xfrm>
        </p:spPr>
        <p:txBody>
          <a:bodyPr/>
          <a:lstStyle/>
          <a:p>
            <a:pPr algn="l"/>
            <a:endParaRPr lang="en-US" sz="2400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E8775C-92F3-8F5B-953B-F5C84EDC9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030956"/>
              </p:ext>
            </p:extLst>
          </p:nvPr>
        </p:nvGraphicFramePr>
        <p:xfrm>
          <a:off x="1899920" y="2450930"/>
          <a:ext cx="8128000" cy="34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4240">
                  <a:extLst>
                    <a:ext uri="{9D8B030D-6E8A-4147-A177-3AD203B41FA5}">
                      <a16:colId xmlns:a16="http://schemas.microsoft.com/office/drawing/2014/main" val="2296182199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1348907627"/>
                    </a:ext>
                  </a:extLst>
                </a:gridCol>
              </a:tblGrid>
              <a:tr h="4255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ASSESSMENT</a:t>
                      </a:r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MARKS</a:t>
                      </a:r>
                      <a:endParaRPr lang="en-MY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593795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FORMAL REVIEW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60336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INFORMAL REVIEW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246740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PROJECT 1  (SRS)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722967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PROJECT 2 (SDD)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052331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PROJECT 2 PART II </a:t>
                      </a:r>
                      <a:r>
                        <a:rPr lang="en-US"/>
                        <a:t>(Prototype, STD,STR)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690627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938418"/>
                  </a:ext>
                </a:extLst>
              </a:tr>
              <a:tr h="425535">
                <a:tc>
                  <a:txBody>
                    <a:bodyPr/>
                    <a:lstStyle/>
                    <a:p>
                      <a:r>
                        <a:rPr lang="en-US" dirty="0"/>
                        <a:t>QUIZ 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502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ZULFAHMI TOH​</a:t>
            </a:r>
          </a:p>
          <a:p>
            <a:r>
              <a:rPr lang="en-US" dirty="0"/>
              <a:t>zulfahmi@ump.edu.my</a:t>
            </a:r>
          </a:p>
          <a:p>
            <a:r>
              <a:rPr lang="en-US" dirty="0"/>
              <a:t>019-2735399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{483C735F-519B-4042-9AB6-C2B755CA5AA3}tf78438558_win32</Template>
  <TotalTime>65</TotalTime>
  <Words>148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Sabon Next LT</vt:lpstr>
      <vt:lpstr>Office Theme</vt:lpstr>
      <vt:lpstr>BCS3133 software engineering practices </vt:lpstr>
      <vt:lpstr>synopsis</vt:lpstr>
      <vt:lpstr>Course learning out come</vt:lpstr>
      <vt:lpstr>assessment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BCS3133 software engineering practices </dc:title>
  <dc:subject/>
  <dc:creator>zulfahmitoh@gmail.com</dc:creator>
  <cp:lastModifiedBy>zulfahmitoh@gmail.com</cp:lastModifiedBy>
  <cp:revision>8</cp:revision>
  <dcterms:created xsi:type="dcterms:W3CDTF">2022-10-16T15:00:35Z</dcterms:created>
  <dcterms:modified xsi:type="dcterms:W3CDTF">2022-10-16T16:07:49Z</dcterms:modified>
</cp:coreProperties>
</file>